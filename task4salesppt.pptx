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tx2"/>
                </a:solidFill>
              </a:rPr>
              <a:t>Sales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dirty="0">
                <a:solidFill>
                  <a:schemeClr val="tx2"/>
                </a:solidFill>
              </a:rPr>
              <a:t>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Task </a:t>
            </a:r>
            <a:r>
              <a:rPr lang="en-US"/>
              <a:t>3</a:t>
            </a:r>
            <a:r>
              <a:t> </a:t>
            </a:r>
            <a:r>
              <a:rPr dirty="0"/>
              <a:t>– Dashboard Summary</a:t>
            </a:r>
          </a:p>
          <a:p>
            <a:r>
              <a:rPr dirty="0"/>
              <a:t>Created by: Gomathi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tx2"/>
                </a:solidFill>
              </a:rPr>
              <a:t>Business</a:t>
            </a:r>
            <a:r>
              <a:rPr dirty="0"/>
              <a:t> </a:t>
            </a:r>
            <a:r>
              <a:rPr dirty="0">
                <a:solidFill>
                  <a:schemeClr val="tx2"/>
                </a:solidFill>
              </a:rP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Provide insights on Sales, Profit, Growth, and key drivers for decision making.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tx2"/>
                </a:solidFill>
              </a:rPr>
              <a:t>Dataset &amp;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Dataset: Kaggle Sal</a:t>
            </a:r>
            <a:r>
              <a:rPr lang="en-US" dirty="0"/>
              <a:t>es</a:t>
            </a:r>
            <a:r>
              <a:rPr dirty="0"/>
              <a:t> dataset</a:t>
            </a:r>
          </a:p>
          <a:p>
            <a:r>
              <a:rPr dirty="0"/>
              <a:t>Steps: Cleaning, date formatting, removing duplicates, building star schema.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tx2"/>
                </a:solidFill>
              </a:rPr>
              <a:t>Selected</a:t>
            </a:r>
            <a:r>
              <a:rPr dirty="0"/>
              <a:t> </a:t>
            </a:r>
            <a:r>
              <a:rPr dirty="0">
                <a:solidFill>
                  <a:schemeClr val="tx2"/>
                </a:solidFill>
              </a:rPr>
              <a:t>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Total Sales</a:t>
            </a:r>
          </a:p>
          <a:p>
            <a:r>
              <a:rPr dirty="0"/>
              <a:t>- </a:t>
            </a:r>
            <a:r>
              <a:rPr lang="en-US" dirty="0"/>
              <a:t>Order Count</a:t>
            </a:r>
            <a:endParaRPr dirty="0"/>
          </a:p>
          <a:p>
            <a:r>
              <a:rPr dirty="0"/>
              <a:t>- </a:t>
            </a:r>
            <a:r>
              <a:rPr lang="en-US" dirty="0"/>
              <a:t>Unit Sold</a:t>
            </a:r>
            <a:endParaRPr dirty="0"/>
          </a:p>
          <a:p>
            <a:r>
              <a:rPr dirty="0"/>
              <a:t>- </a:t>
            </a:r>
            <a:r>
              <a:rPr lang="en-US" dirty="0"/>
              <a:t>Average Order Value</a:t>
            </a:r>
            <a:endParaRPr dirty="0"/>
          </a:p>
          <a:p>
            <a:r>
              <a:rPr dirty="0"/>
              <a:t>- </a:t>
            </a:r>
            <a:r>
              <a:rPr lang="en-US" dirty="0"/>
              <a:t>Average Sale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tx2"/>
                </a:solidFill>
              </a:rPr>
              <a:t>Dashboard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Includes: KPI cards, </a:t>
            </a:r>
            <a:r>
              <a:rPr lang="en-US" dirty="0"/>
              <a:t>Line </a:t>
            </a:r>
            <a:r>
              <a:rPr dirty="0"/>
              <a:t>chart, </a:t>
            </a:r>
            <a:r>
              <a:rPr lang="en-US" dirty="0"/>
              <a:t>Table</a:t>
            </a:r>
            <a:r>
              <a:rPr dirty="0"/>
              <a:t>, regional map, top products</a:t>
            </a:r>
            <a:r>
              <a:rPr lang="en-US" dirty="0"/>
              <a:t>, Donut chart, Bar charts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tx2"/>
                </a:solidFill>
              </a:rP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lang="en-US" dirty="0"/>
              <a:t>Filter using product line </a:t>
            </a:r>
            <a:endParaRPr dirty="0"/>
          </a:p>
          <a:p>
            <a:pPr marL="0" indent="0">
              <a:buNone/>
            </a:pPr>
            <a:r>
              <a:rPr dirty="0"/>
              <a:t>• Top </a:t>
            </a:r>
            <a:r>
              <a:rPr lang="en-US" dirty="0"/>
              <a:t>7</a:t>
            </a:r>
            <a:r>
              <a:rPr dirty="0"/>
              <a:t> </a:t>
            </a:r>
            <a:r>
              <a:rPr lang="en-US" dirty="0"/>
              <a:t>customer name by sales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lang="en-US" dirty="0"/>
              <a:t>Analyzing sales by status.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tx2"/>
                </a:solidFill>
              </a:rPr>
              <a:t>Interactivity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Slicers: </a:t>
            </a:r>
            <a:r>
              <a:rPr lang="en-US" dirty="0"/>
              <a:t>Product line, State</a:t>
            </a:r>
            <a:r>
              <a:rPr dirty="0"/>
              <a:t>, C</a:t>
            </a:r>
            <a:r>
              <a:rPr lang="en-US" dirty="0"/>
              <a:t>ustomer name</a:t>
            </a:r>
            <a:endParaRPr dirty="0"/>
          </a:p>
          <a:p>
            <a:r>
              <a:rPr dirty="0"/>
              <a:t>Cross-filtering, tooltips.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tx2"/>
                </a:solidFill>
              </a:rPr>
              <a:t>Technical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DAX measures used for KPIs</a:t>
            </a:r>
          </a:p>
          <a:p>
            <a:r>
              <a:rPr lang="en-US" dirty="0"/>
              <a:t>Applied consistent formatting, color theme &amp; layout</a:t>
            </a:r>
            <a:endParaRPr dirty="0"/>
          </a:p>
          <a:p>
            <a:r>
              <a:rPr dirty="0"/>
              <a:t>Performance optimization basics applied.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150</Words>
  <Application>Microsoft Office PowerPoint</Application>
  <PresentationFormat>On-screen Show (4:3)</PresentationFormat>
  <Paragraphs>27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Sales Dashboard</vt:lpstr>
      <vt:lpstr>Business Objective</vt:lpstr>
      <vt:lpstr>Dataset &amp; Preparation</vt:lpstr>
      <vt:lpstr>Selected KPIs</vt:lpstr>
      <vt:lpstr>Dashboard Layout</vt:lpstr>
      <vt:lpstr>Key Insights</vt:lpstr>
      <vt:lpstr>Interactivity Features</vt:lpstr>
      <vt:lpstr>Technical Notes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gomathi</dc:creator>
  <cp:keywords/>
  <dc:description>generated using python-pptx</dc:description>
  <cp:lastModifiedBy>goms sai</cp:lastModifiedBy>
  <cp:revision>3</cp:revision>
  <dcterms:created xsi:type="dcterms:W3CDTF">2013-01-27T09:14:16Z</dcterms:created>
  <dcterms:modified xsi:type="dcterms:W3CDTF">2025-11-18T04:52:23Z</dcterms:modified>
  <cp:category/>
</cp:coreProperties>
</file>